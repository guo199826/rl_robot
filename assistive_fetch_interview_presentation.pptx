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Microsoft YaHei"/>
              </a:defRPr>
            </a:pPr>
            <a:r>
              <a:t>成功率对比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model+assist</c:v>
                </c:pt>
              </c:strCache>
            </c:strRef>
          </c:tx>
          <c:spPr>
            <a:solidFill>
              <a:srgbClr val="199191"/>
            </a:solidFill>
            <a:ln>
              <a:solidFill>
                <a:srgbClr val="199191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</c:v>
                </c:pt>
                <c:pt idx="1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human-only</c:v>
                </c:pt>
              </c:strCache>
            </c:strRef>
          </c:tx>
          <c:spPr>
            <a:solidFill>
              <a:srgbClr val="E6842D"/>
            </a:solidFill>
            <a:ln>
              <a:solidFill>
                <a:srgbClr val="E6842D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</c:v>
                </c:pt>
                <c:pt idx="1">
                  <c:v>0.2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>
              <a:solidFill>
                <a:srgbClr val="E1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Microsoft YaHei"/>
              </a:defRPr>
            </a:pPr>
            <a:r>
              <a:t>最终目标距离（m，越低越好）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model+assist</c:v>
                </c:pt>
              </c:strCache>
            </c:strRef>
          </c:tx>
          <c:spPr>
            <a:solidFill>
              <a:srgbClr val="199191"/>
            </a:solidFill>
            <a:ln>
              <a:solidFill>
                <a:srgbClr val="199191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0.035</c:v>
                </c:pt>
                <c:pt idx="1">
                  <c:v>0.0528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human-only</c:v>
                </c:pt>
              </c:strCache>
            </c:strRef>
          </c:tx>
          <c:spPr>
            <a:solidFill>
              <a:srgbClr val="E6842D"/>
            </a:solidFill>
            <a:ln>
              <a:solidFill>
                <a:srgbClr val="E6842D"/>
              </a:solidFill>
            </a:ln>
          </c:spPr>
          <c:cat>
            <c:strRef>
              <c:f>Sheet1!$A$2:$A$3</c:f>
              <c:strCache>
                <c:ptCount val="2"/>
                <c:pt idx="0">
                  <c:v>V3 任务性能优先</c:v>
                </c:pt>
                <c:pt idx="1">
                  <c:v>V5 平滑正则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0.1249</c:v>
                </c:pt>
                <c:pt idx="1">
                  <c:v>0.1081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"/>
        </c:scaling>
        <c:delete val="0"/>
        <c:axPos val="l"/>
        <c:majorGridlines>
          <c:spPr>
            <a:ln>
              <a:solidFill>
                <a:srgbClr val="E1E7E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42416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基于共享控制与深度强化学习的
FetchPush 辅助操作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61488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7DBDA"/>
                </a:solidFill>
                <a:latin typeface="Microsoft YaHei"/>
              </a:rPr>
              <a:t>运动控制算法岗位 · 项目技术汇报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401568"/>
            <a:ext cx="813816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规则控制器提供人类意图，SAC 学习受限幅值的辅助动作；
通过状态机、奖励塑形和定量评估实现可靠共享控制。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063240"/>
            <a:ext cx="2331720" cy="1554480"/>
          </a:xfrm>
          <a:prstGeom prst="roundRect">
            <a:avLst/>
          </a:prstGeom>
          <a:solidFill>
            <a:srgbClr val="20334B"/>
          </a:solidFill>
          <a:ln w="12700">
            <a:solidFill>
              <a:srgbClr val="41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3300984"/>
            <a:ext cx="1874519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63D7CB"/>
                </a:solidFill>
                <a:latin typeface="Microsoft YaHei"/>
              </a:rPr>
              <a:t>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3913632"/>
            <a:ext cx="187451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最佳辅助成功率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144768"/>
            <a:ext cx="5212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5C0CC"/>
                </a:solidFill>
                <a:latin typeface="Microsoft YaHei"/>
              </a:rPr>
              <a:t>候选人：________    日期：2026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项目问题：让机器人“辅助”，而不是“接管”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FetchPush-v4 · 连续控制 · 人机共享控制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8288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53895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1"/>
            <a:ext cx="31089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机械臂末端推动立方体到随机目标位置；每回合 50 steps，成功阈值为目标距离 &lt; 0.05 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73152" cy="182880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453895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56231"/>
            <a:ext cx="31089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启发式 human intent controller 给出基础动作；RL agent 只学习幅值受限的 assist action。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325880"/>
            <a:ext cx="73152" cy="182880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453895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1856231"/>
            <a:ext cx="31089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提高成功率、缩短最终距离，同时控制辅助努力和动作变化率，保持人类主导。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三个核心挑战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965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50791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接触前规划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45152"/>
            <a:ext cx="33832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末端必须先到物体后方并下降到合适高度，避免从上方/侧面撞击。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965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0" y="4069080"/>
            <a:ext cx="457200" cy="4572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050791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有限时域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45152"/>
            <a:ext cx="33832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50 steps 内完成 lift → approach → descend → push，前置阶段过慢会挤压推物时间。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9651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8001000" y="4069080"/>
            <a:ext cx="457200" cy="4572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050791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学习稳定性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645152"/>
            <a:ext cx="33832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稀疏成功、随机初始状态、动作高频抖动会导致价值估计和控制品质不稳定。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assistive_fetch/fetch_push_wrapper.py · Gymnasium Robotics FetchPush-v4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共享控制闭环：规则意图 + 学习辅助 + 物理反馈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Agent 不直接替代 human，而是在动作空间中做有界修正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828800" cy="123444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环境状态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gripper / object /
goal / velocity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1828800" cy="1234440"/>
          </a:xfrm>
          <a:prstGeom prst="roundRect">
            <a:avLst/>
          </a:prstGeom>
          <a:solidFill>
            <a:srgbClr val="FBEBDA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Human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4-stage 状态机
解析式 P 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103120"/>
            <a:ext cx="1828800" cy="123444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SAC Assist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MultiInputPolicy
输出 assist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103120"/>
            <a:ext cx="18288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20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动作融合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clip(a_h + 0.15 a_RL)
人类主导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103120"/>
            <a:ext cx="1828800" cy="1234440"/>
          </a:xfrm>
          <a:prstGeom prst="roundRect">
            <a:avLst/>
          </a:prstGeom>
          <a:solidFill>
            <a:srgbClr val="FBEBDA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2231136"/>
            <a:ext cx="16093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2236"/>
                </a:solidFill>
                <a:latin typeface="Microsoft YaHei"/>
              </a:rPr>
              <a:t>MuJoCo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7" y="2578608"/>
            <a:ext cx="1609344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Microsoft YaHei"/>
              </a:rPr>
              <a:t>接触动力学
新状态 / reward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724912"/>
            <a:ext cx="36576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724912"/>
            <a:ext cx="41148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2724912"/>
            <a:ext cx="41148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2724912"/>
            <a:ext cx="411480" cy="0"/>
          </a:xfrm>
          <a:prstGeom prst="line">
            <a:avLst/>
          </a:prstGeom>
          <a:ln w="22860">
            <a:solidFill>
              <a:srgbClr val="203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78440" y="3364991"/>
            <a:ext cx="0" cy="1435609"/>
          </a:xfrm>
          <a:prstGeom prst="line">
            <a:avLst/>
          </a:prstGeom>
          <a:ln w="1905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463040" y="4800600"/>
            <a:ext cx="8915400" cy="0"/>
          </a:xfrm>
          <a:prstGeom prst="line">
            <a:avLst/>
          </a:prstGeom>
          <a:ln w="1905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63040" y="3364991"/>
            <a:ext cx="0" cy="1435609"/>
          </a:xfrm>
          <a:prstGeom prst="line">
            <a:avLst/>
          </a:prstGeom>
          <a:ln w="1905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7800" y="4590288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F7D8C"/>
                </a:solidFill>
                <a:latin typeface="Microsoft YaHei"/>
              </a:rPr>
              <a:t>闭环反馈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257800"/>
            <a:ext cx="10241280" cy="73152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5449824"/>
            <a:ext cx="9829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</a:rPr>
              <a:t>核心设计原则：a_full = clip(a_human + assist_scale × a_assist),  assist_scale = 0.15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assistive_fetch/wrappers.py:135–155; fetch_push_wrapper.py:162–170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03 /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Human Intent Controller：可解释的四阶段状态机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先构造可用但不完美的人类基线，再让 RL 学习补偿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99191"/>
                </a:solidFill>
                <a:latin typeface="Microsoft YaHei"/>
              </a:rPr>
              <a:t>0 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抬升到安全高度
z → 0.50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6663" y="2423160"/>
            <a:ext cx="310897" cy="0"/>
          </a:xfrm>
          <a:prstGeom prst="line">
            <a:avLst/>
          </a:prstGeom>
          <a:ln w="2286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92424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E6842D"/>
                </a:solidFill>
                <a:latin typeface="Microsoft YaHei"/>
              </a:rPr>
              <a:t>1 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移动到物体后方
p_pre = p_obj − d·ê_goal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16168" y="2423160"/>
            <a:ext cx="310896" cy="0"/>
          </a:xfrm>
          <a:prstGeom prst="line">
            <a:avLst/>
          </a:prstGeom>
          <a:ln w="2286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81928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378E5E"/>
                </a:solidFill>
                <a:latin typeface="Microsoft YaHei"/>
              </a:rPr>
              <a:t>2  DESCEND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保持 XY 对齐
z → 0.425 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05672" y="2423160"/>
            <a:ext cx="310896" cy="0"/>
          </a:xfrm>
          <a:prstGeom prst="line">
            <a:avLst/>
          </a:prstGeom>
          <a:ln w="2286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71432" y="1508760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1719072"/>
            <a:ext cx="21579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0334B"/>
                </a:solidFill>
                <a:latin typeface="Microsoft YaHei"/>
              </a:rPr>
              <a:t>3 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194560"/>
            <a:ext cx="215798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F2933"/>
                </a:solidFill>
                <a:latin typeface="Microsoft YaHei"/>
              </a:rPr>
              <a:t>比例推向目标
u_xy = Kp·(p_goal−p_obj)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75887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关键控制细节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160520"/>
            <a:ext cx="10835640" cy="178308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behind_offset = 0.08 m：从目标反方向构造预推位置，确保从物体后方接触。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阈值与滞回：XY、Z 达到阈值后切换阶段；严重失配时从 PUSH 回退到 APPROACH。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Debug 发现：behind_offset 与回退阈值冲突曾导致“刚进 PUSH 就退出”；修正后各阶段进入率接近 1.0。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当前局限：垂直下降可能碰到立方体边缘，造成弹起；后续应加入接触感知与连续过渡。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assistive_fetch/fetch_push_wrapper.py:64–160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04 / RL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RL 问题建模：让策略只学习“修正量”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降低搜索空间、保留可解释人类意图、约束辅助权限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242316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4533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观测 sₜ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2926079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Fetch 原始状态
+ 当前 human action
+ 上一步 assist action
+ goal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73152" cy="242316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54533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策略输出 aᴿᴸ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47672"/>
            <a:ext cx="2926079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4D 连续动作
[x, y, z, gripper]
经 tanh / clip 限幅
再乘 assist_scale=0.15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417320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417320"/>
            <a:ext cx="73152" cy="242316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1545336"/>
            <a:ext cx="29260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执行动作 a_full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1947672"/>
            <a:ext cx="2926079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a_full = clip(a_h + 0.15aᴿᴸ)
人类提供任务意图；
策略学习纠偏、加速和接触补偿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224528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为什么这种分解适合运动控制？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6675120" cy="1353312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结构先验：human controller 提供方向和阶段，RL 不必从零发现完整操作策略。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安全边界：辅助幅值可显式限制，便于分析最大干预量。</a:t>
            </a:r>
          </a:p>
          <a:p>
            <a:pPr>
              <a:spcAft>
                <a:spcPts val="900"/>
              </a:spcAft>
              <a:defRPr sz="1300">
                <a:solidFill>
                  <a:srgbClr val="1F2933"/>
                </a:solidFill>
                <a:latin typeface="Microsoft YaHei"/>
              </a:defRPr>
            </a:pPr>
            <a:r>
              <a:t>• 可解释评估：可分别统计 human effort、assist effort、full action 与 jerk。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315968"/>
            <a:ext cx="3246120" cy="150876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526280"/>
            <a:ext cx="28803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SAC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047488"/>
            <a:ext cx="2880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C9DCE4"/>
                </a:solidFill>
                <a:latin typeface="Microsoft YaHei"/>
              </a:rPr>
              <a:t>Off-policy · 连续控制
200k steps 内获得有效策略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assistive_fetch/wrappers.py:41–58, 135–155; train_assistive_fetch.py:65–78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05 /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奖励设计：任务性能、辅助成本与平滑性的权衡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最终方案使用纯 dense SAC；移除 HER，避免自定义奖励重标不一致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44200" cy="86868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2"/>
            <a:ext cx="10287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onsolas"/>
              </a:rPr>
              <a:t>rₜ = −w_d ‖p_goal − p_obj‖ + b_s·𝟙_success − w_a‖a_assist‖ − w_Δ‖a_assist,t − a_assist,t−1‖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73152" cy="150876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距离项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w_d = 1.0
每步提供方向明确的 dense 信号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2697480"/>
            <a:ext cx="73152" cy="150876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成功奖励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b_s = 10
强化进入 5 cm 成功区域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2697480"/>
            <a:ext cx="73152" cy="150876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辅助成本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w_a = 0.002–0.005
抑制无意义大幅辅助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2697480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2697480"/>
            <a:ext cx="73152" cy="1508760"/>
          </a:xfrm>
          <a:prstGeom prst="rect">
            <a:avLst/>
          </a:prstGeom>
          <a:solidFill>
            <a:srgbClr val="C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825496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平滑项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3227832"/>
            <a:ext cx="216712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w_Δ = 0.3
惩罚相邻 assist 动作变化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902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关键迭代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56048"/>
            <a:ext cx="10744200" cy="987552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933"/>
                </a:solidFill>
                <a:latin typeface="Microsoft YaHei"/>
              </a:defRPr>
            </a:pPr>
            <a:r>
              <a:t>• dist_progress 会发生轨迹内望远镜相消，单步信号小；改用绝对距离 −dist。</a:t>
            </a:r>
          </a:p>
          <a:p>
            <a:pPr>
              <a:spcAft>
                <a:spcPts val="900"/>
              </a:spcAft>
              <a:defRPr sz="1250">
                <a:solidFill>
                  <a:srgbClr val="1F2933"/>
                </a:solidFill>
                <a:latin typeface="Microsoft YaHei"/>
              </a:defRPr>
            </a:pPr>
            <a:r>
              <a:t>• 自定义历史相关 reward 与 HER 重标语义不一致；最终使用普通 replay buffer。</a:t>
            </a:r>
          </a:p>
          <a:p>
            <a:pPr>
              <a:spcAft>
                <a:spcPts val="900"/>
              </a:spcAft>
              <a:defRPr sz="1250">
                <a:solidFill>
                  <a:srgbClr val="1F2933"/>
                </a:solidFill>
                <a:latin typeface="Microsoft YaHei"/>
              </a:defRPr>
            </a:pPr>
            <a:r>
              <a:t>• 平滑系数提高后 jerk 下降，但成功率出现权衡；说明 reward 是多目标控制器而非单一指标。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fetch_push_wrapper.py:174–200; train_assistive_fetch.py:65–78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06 /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工程 Debug：从“不收敛”到可解释的控制闭环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通过 rollout 日志、阶段进入次数和 reward 分解定位问题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C24343"/>
                </a:solidFill>
                <a:latin typeface="Microsoft YaHei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单阶段 human
奖励不稳定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现象：dist 无下降趋势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2384" y="2560320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E6842D"/>
                </a:solidFill>
                <a:latin typeface="Microsoft YaHei"/>
              </a:rPr>
              <a:t>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两阶段 human
相位逻辑失配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发现：PUSH 立即回退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1" y="2560320"/>
            <a:ext cx="310897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27648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78E5E"/>
                </a:solidFill>
                <a:latin typeface="Microsoft YaHei"/>
              </a:rPr>
              <a:t>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修正状态机
绝对距离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结果：84% vs 12%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560320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26296" y="1600200"/>
            <a:ext cx="25146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78308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99191"/>
                </a:solidFill>
                <a:latin typeface="Microsoft YaHei"/>
              </a:rPr>
              <a:t>V5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1755648"/>
            <a:ext cx="1600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42236"/>
                </a:solidFill>
                <a:latin typeface="Microsoft YaHei"/>
              </a:rPr>
              <a:t>加入 jerk 统计
增大平滑正则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578608"/>
            <a:ext cx="2148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结果：性能/平滑权衡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950208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Debug 方法论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0740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407408"/>
            <a:ext cx="73152" cy="14173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535424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1. 可观测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93776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逐步输出 dist、phase、XY/Z error、human/assist/full action norm。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40740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4407408"/>
            <a:ext cx="73152" cy="141732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535424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2. 可归因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93776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按 success/failure 分组，比较阶段进入次数与 reward 分项。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40740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407408"/>
            <a:ext cx="73152" cy="1417320"/>
          </a:xfrm>
          <a:prstGeom prst="rect">
            <a:avLst/>
          </a:prstGeom>
          <a:solidFill>
            <a:srgbClr val="37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4535424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3. 可复现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93776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相同 seed 对比 model+assist 与 human-only，保存 checkpoint 与独立 eval。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debug_rollout_assistive_fetch.py; eval_assistive_fetch.py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07 /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算法选择：为什么当前阶段采用 SAC，而不是 PPO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连续动作 + 有限交互预算下，样本效率优先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82880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00200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417320"/>
            <a:ext cx="44348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600200"/>
            <a:ext cx="4288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SAC（本项目）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17320"/>
            <a:ext cx="4434840" cy="713232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1600200"/>
            <a:ext cx="4288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3055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9424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数据利用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130552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249424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Off-policy，replay buffer 复用经验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130552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49424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On-policy，数据使用后丢弃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43784"/>
            <a:ext cx="182880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62656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样本效率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2843784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2962656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高；200k steps 获得有效策略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843784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962656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通常需要更多交互样本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57015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75887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连续控制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557015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3675887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熵正则，适合 MuJoCo 连续动作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557015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675887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同样可用，但更新更保守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270248"/>
            <a:ext cx="182880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时序扩展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4270248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389120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可用 frame stacking；SB3 无原生 recurrent SAC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270248"/>
            <a:ext cx="4434840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389120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RecurrentPPO 可直接接 LSTM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98348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102352"/>
            <a:ext cx="1645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42236"/>
                </a:solidFill>
                <a:latin typeface="Microsoft YaHei"/>
              </a:rPr>
              <a:t>动作平滑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4983480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5102352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算法本身不保证，需显式正则/滤波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983480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5102352"/>
            <a:ext cx="4251959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同样不保证，不是换算法即可解决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943600"/>
            <a:ext cx="10332720" cy="50292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071616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42236"/>
                </a:solidFill>
                <a:latin typeface="Microsoft YaHei"/>
              </a:rPr>
              <a:t>结论：当前保留 SAC；域随机化阶段优先尝试 SAC + observation history，再评估 RecurrentPPO。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Configuration: SAC MultiInputPolicy · γ=0.98 · τ=0.01 · batch=256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08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定量结果：辅助策略显著提高成功率并降低最终距离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50 episodes 独立评估；human-only 使用零辅助动作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325880"/>
          <a:ext cx="54406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45352" y="1325880"/>
          <a:ext cx="544068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9191"/>
                </a:solidFill>
                <a:latin typeface="Microsoft YaHei"/>
              </a:rPr>
              <a:t>+72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V3 成功率提升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84% vs 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378E5E"/>
                </a:solidFill>
                <a:latin typeface="Microsoft YaHei"/>
              </a:rPr>
              <a:t>−72%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V3 最终距离下降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0.0350 m vs 0.1249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E6842D"/>
                </a:solidFill>
                <a:latin typeface="Microsoft YaHei"/>
              </a:rPr>
              <a:t>−18%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V3 human effort 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0.1812 vs 0.2208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0334B"/>
                </a:solidFill>
                <a:latin typeface="Microsoft YaHei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129783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V5 平滑正则成功率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77256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性能与平滑性仍需权衡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Source: eval_assistive_fetch.py · V3/V5 50-episode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09 / SMOOTHNESS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平滑性实验：显式 jerk 正则有效，但尚未解决执行抖动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V5：smoothness_coef = 0.3</a:t>
            </a:r>
          </a:p>
        </p:txBody>
      </p:sp>
      <p:pic>
        <p:nvPicPr>
          <p:cNvPr id="6" name="Picture 5" descr="v5_with_increased_smooth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903720" cy="27152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99248" y="1325880"/>
            <a:ext cx="388620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383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独立评估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2996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99191"/>
                </a:solidFill>
                <a:latin typeface="Microsoft YaHei"/>
              </a:rPr>
              <a:t>0.0925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542032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Assist jerk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89504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‖Δassist‖ /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02996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C24343"/>
                </a:solidFill>
                <a:latin typeface="Microsoft YaHei"/>
              </a:rPr>
              <a:t>0.1254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542032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Full jerk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889504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assist-on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246120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378E5E"/>
                </a:solidFill>
                <a:latin typeface="Microsoft YaHei"/>
              </a:rPr>
              <a:t>0.0477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758183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Full jerk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05656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human-only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3246120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0334B"/>
                </a:solidFill>
                <a:latin typeface="Microsoft YaHei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758183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2236"/>
                </a:solidFill>
                <a:latin typeface="Microsoft YaHei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105656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6F7D8C"/>
                </a:solidFill>
                <a:latin typeface="Microsoft YaHei"/>
              </a:rPr>
              <a:t>assist-on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52628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46320"/>
            <a:ext cx="3291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Microsoft YaHei"/>
              </a:rPr>
              <a:t>解析式 human 控制天然连续；神经网络 assist 对接触和观测变化进行高频修正。当前只惩罚 Δassist，尚未直接优化 Δfull。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715000"/>
            <a:ext cx="10972800" cy="566928"/>
          </a:xfrm>
          <a:prstGeom prst="roundRect">
            <a:avLst/>
          </a:prstGeom>
          <a:solidFill>
            <a:srgbClr val="FBEBDA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79592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42236"/>
                </a:solidFill>
                <a:latin typeface="Microsoft YaHei"/>
              </a:rPr>
              <a:t>下一步：将 full-action jerk 纳入目标，或在执行端加入可验证的低通滤波 / rate limiter。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Note: 图标题中的“SAC+HER”为旧版 callback 文案；当前训练代码为 SAC without 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99191"/>
                </a:solidFill>
                <a:latin typeface="Microsoft YaHei"/>
              </a:rPr>
              <a:t>10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236"/>
                </a:solidFill>
                <a:latin typeface="Microsoft YaHei"/>
              </a:rPr>
              <a:t>下一步：从单一 Human 扩展到人群分布与鲁棒共享控制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914400" cy="4572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914400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F7D8C"/>
                </a:solidFill>
                <a:latin typeface="Microsoft YaHei"/>
              </a:rPr>
              <a:t>目标：对不同力量、偏置、噪声和反应特性的用户自适应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99191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Human 域随机化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gain / bias / noise / delay
建立人群行为分布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2384" y="2359152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E6842D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时序意图估计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frame stacking 或 recurrent policy
在线识别用户特征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1" y="2359152"/>
            <a:ext cx="310897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27648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378E5E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控制品质约束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full-action jerk / rate limit
接触冲击与弹起统计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359152"/>
            <a:ext cx="310896" cy="0"/>
          </a:xfrm>
          <a:prstGeom prst="line">
            <a:avLst/>
          </a:prstGeom>
          <a:ln w="21590">
            <a:solidFill>
              <a:srgbClr val="6F7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26296" y="15544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737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0334B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1709928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42236"/>
                </a:solidFill>
                <a:latin typeface="Microsoft YaHei"/>
              </a:rPr>
              <a:t>鲁棒评估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249424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>
                <a:solidFill>
                  <a:srgbClr val="1F2933"/>
                </a:solidFill>
                <a:latin typeface="Microsoft YaHei"/>
              </a:rPr>
              <a:t>固定 seed + 分层人群测试
成功率 / effort / jerk /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4023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236"/>
                </a:solidFill>
                <a:latin typeface="Microsoft YaHei"/>
              </a:rPr>
              <a:t>面向真实运动控制的补强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14800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73152" cy="1600200"/>
          </a:xfrm>
          <a:prstGeom prst="rect">
            <a:avLst/>
          </a:prstGeom>
          <a:solidFill>
            <a:srgbClr val="C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242816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接触安全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645152"/>
            <a:ext cx="3081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监测物体 z 速度/离桌高度，量化“边缘碰撞导致弹起”；加入冲击惩罚或接触状态机。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114800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114800"/>
            <a:ext cx="73152" cy="1600200"/>
          </a:xfrm>
          <a:prstGeom prst="rect">
            <a:avLst/>
          </a:prstGeom>
          <a:solidFill>
            <a:srgbClr val="E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242816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时域设计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645152"/>
            <a:ext cx="3081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评估 50→75 steps 与 γ 的配套调整；同时压缩 lift/descend 前置时间，避免仅靠延长时域。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4114800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4114800"/>
            <a:ext cx="73152" cy="160020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242816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42236"/>
                </a:solidFill>
                <a:latin typeface="Microsoft YaHei"/>
              </a:rPr>
              <a:t>Sim-to-Real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4645152"/>
            <a:ext cx="3081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Microsoft YaHei"/>
              </a:rPr>
              <a:t>随机化质量、摩擦、控制延迟和传感噪声；部署前增加动作限幅、watchdog 与 fallback。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F7D8C"/>
                </a:solidFill>
                <a:latin typeface="Microsoft YaHei"/>
              </a:rPr>
              <a:t>Roadmap: domain randomization → temporal adaptation → safety-constrained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F7D8C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项目总结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5120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BDD3DE"/>
                </a:solidFill>
                <a:latin typeface="Microsoft YaHei"/>
              </a:rPr>
              <a:t>从控制结构到学习闭环，我完成了：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78308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76479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控制器设计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76479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基于几何关系构造预推点，设计四阶段状态机与 P 控制律。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60604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58775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共享控制建模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58775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将 human intent 与受限 assist action 融合，保留解释性和控制权限边界。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41071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RL 工程落地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1071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使用 SAC、dense reward、checkpoint / callback / 独立评估完成训练闭环。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5196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23367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系统化 Debug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23367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用逐步 rollout、phase entries、reward breakdown 定位相位与奖励问题。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5074920"/>
            <a:ext cx="365760" cy="36576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505663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量化验证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056632"/>
            <a:ext cx="5989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E0E8EE"/>
                </a:solidFill>
                <a:latin typeface="Microsoft YaHei"/>
              </a:rPr>
              <a:t>最佳成功率 84% vs 12%；同时识别 jerk 与接触安全的下一阶段问题。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600200"/>
            <a:ext cx="2011680" cy="3474720"/>
          </a:xfrm>
          <a:prstGeom prst="roundRect">
            <a:avLst/>
          </a:prstGeom>
          <a:solidFill>
            <a:srgbClr val="20334B"/>
          </a:solidFill>
          <a:ln w="12700">
            <a:solidFill>
              <a:srgbClr val="456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847088"/>
            <a:ext cx="1463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3D7CB"/>
                </a:solidFill>
                <a:latin typeface="Microsoft YaHei"/>
              </a:rPr>
              <a:t>岗位匹配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450592"/>
            <a:ext cx="146304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运动学几何
状态机控制
连续控制 RL
接触问题分析
实验与指标设计
工程 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2636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63D7CB"/>
                </a:solidFill>
                <a:latin typeface="Microsoft YaHei"/>
              </a:rPr>
              <a:t>Q &amp;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30936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>
                <a:solidFill>
                  <a:srgbClr val="B5C0CC"/>
                </a:solidFill>
                <a:latin typeface="Microsoft YaHei"/>
              </a:rPr>
              <a:t>代码与结果均可现场展开讨论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基于共享控制与深度强化学习的 FetchPush 辅助操作</dc:title>
  <dc:subject>运动控制算法岗位面试项目汇报</dc:subject>
  <dc:creator>候选人</dc:creator>
  <cp:keywords>Shared Control, SAC, FetchPush, Motion Control, Reinforcement Learning</cp:keywords>
  <dc:description>Generated from the RL_robot Assistive Fetch project. All text, shapes, and charts are editable.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